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7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1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2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6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5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2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2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2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5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2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5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2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5025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73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47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14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98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429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4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sv/tack-text-meddelande-anm%C3%A4rkning-39418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Real-time Urban Micro-Climate Map using Public Webcams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marL="0" indent="0" algn="ctr">
              <a:buNone/>
            </a:pPr>
            <a:r>
              <a:rPr lang="en-US" sz="2800" b="1" dirty="0"/>
              <a:t>INTERNSHIP PROJECT PRESENTATION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Presented By: </a:t>
            </a:r>
            <a:r>
              <a:rPr lang="en-US" i="1" dirty="0"/>
              <a:t>Thamaraiselvi K</a:t>
            </a:r>
          </a:p>
          <a:p>
            <a:pPr marL="0" indent="0">
              <a:buNone/>
            </a:pPr>
            <a:r>
              <a:rPr lang="en-US" b="1" dirty="0"/>
              <a:t>No of Projects: </a:t>
            </a:r>
            <a:r>
              <a:rPr lang="en-US" i="1" dirty="0"/>
              <a:t>2</a:t>
            </a:r>
          </a:p>
          <a:p>
            <a:pPr marL="0" indent="0">
              <a:buNone/>
            </a:pPr>
            <a:r>
              <a:rPr lang="en-US" b="1" dirty="0"/>
              <a:t>Internship Duration: </a:t>
            </a:r>
            <a:r>
              <a:rPr lang="en-US" i="1" dirty="0"/>
              <a:t>3 Months</a:t>
            </a:r>
          </a:p>
          <a:p>
            <a:pPr marL="0" indent="0">
              <a:buNone/>
            </a:pPr>
            <a:r>
              <a:rPr lang="en-US" b="1" dirty="0"/>
              <a:t>Organization: </a:t>
            </a:r>
            <a:r>
              <a:rPr lang="en-US" i="1" dirty="0" err="1"/>
              <a:t>Infotact</a:t>
            </a:r>
            <a:r>
              <a:rPr lang="en-US" i="1" dirty="0"/>
              <a:t> Solutions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3" y="0"/>
            <a:ext cx="7773338" cy="1596177"/>
          </a:xfrm>
        </p:spPr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497330"/>
            <a:ext cx="7773336" cy="494919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cap="none" dirty="0"/>
              <a:t>The internship at INFOTACT SOLUTIONS provided an opportunity to work on a highly relevant and impactful project titled “REAL-TIME URBAN MICRO-CLIMATE MAP USING PUBLIC WEBCAMS.” Urban comfort conditions vary widely within cities due to shadows, wind flow, building structures, and wetness levels. These micro-climates are not captured by traditional weather stations.</a:t>
            </a:r>
          </a:p>
          <a:p>
            <a:pPr algn="just"/>
            <a:r>
              <a:rPr lang="en-US" sz="2400" cap="none" dirty="0"/>
              <a:t>This project aims to generate a hyper-local comfort map by analyzing real-time public webcam images using computer vision (CV), and visualizing the results on a live web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7" y="12728"/>
            <a:ext cx="7773338" cy="1596177"/>
          </a:xfrm>
        </p:spPr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1" y="1989904"/>
            <a:ext cx="8446770" cy="3424107"/>
          </a:xfrm>
        </p:spPr>
        <p:txBody>
          <a:bodyPr>
            <a:normAutofit/>
          </a:bodyPr>
          <a:lstStyle/>
          <a:p>
            <a:pPr algn="just"/>
            <a:endParaRPr lang="en-US" sz="2400" cap="none" dirty="0"/>
          </a:p>
          <a:p>
            <a:pPr algn="just"/>
            <a:r>
              <a:rPr lang="en-US" sz="2400" cap="none" dirty="0"/>
              <a:t>Traditional weather stations lack micro-climate data</a:t>
            </a:r>
          </a:p>
          <a:p>
            <a:pPr algn="just"/>
            <a:r>
              <a:rPr lang="en-US" sz="2400" cap="none" dirty="0"/>
              <a:t>Need real-time sun, wind, wetness detection</a:t>
            </a:r>
          </a:p>
          <a:p>
            <a:pPr lvl="0" algn="just"/>
            <a:r>
              <a:rPr lang="en-US" sz="2400" cap="none" dirty="0"/>
              <a:t>An easily accessible interface to visualize these patterns across a 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298"/>
            <a:ext cx="7773338" cy="1596177"/>
          </a:xfrm>
        </p:spPr>
        <p:txBody>
          <a:bodyPr/>
          <a:lstStyle/>
          <a:p>
            <a:r>
              <a:rPr b="1" dirty="0"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609989"/>
            <a:ext cx="7773339" cy="3424107"/>
          </a:xfrm>
        </p:spPr>
        <p:txBody>
          <a:bodyPr>
            <a:normAutofit/>
          </a:bodyPr>
          <a:lstStyle/>
          <a:p>
            <a:endParaRPr lang="en-US" sz="2400" cap="none" dirty="0"/>
          </a:p>
          <a:p>
            <a:r>
              <a:rPr lang="en-US" sz="2400" cap="none" dirty="0"/>
              <a:t>City Planners</a:t>
            </a:r>
          </a:p>
          <a:p>
            <a:r>
              <a:rPr lang="en-US" sz="2400" cap="none" dirty="0"/>
              <a:t>Delivery/Logistics</a:t>
            </a:r>
          </a:p>
          <a:p>
            <a:r>
              <a:rPr lang="en-US" sz="2400" cap="none" dirty="0"/>
              <a:t>General Public</a:t>
            </a:r>
          </a:p>
          <a:p>
            <a:r>
              <a:rPr lang="en-US" sz="2400" cap="none" dirty="0"/>
              <a:t>Urban Researchers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0"/>
            <a:ext cx="7773338" cy="1596177"/>
          </a:xfrm>
        </p:spPr>
        <p:txBody>
          <a:bodyPr/>
          <a:lstStyle/>
          <a:p>
            <a:r>
              <a:rPr b="1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Image ingestion → CV Pipeline → Geo Aggregator</a:t>
            </a:r>
          </a:p>
          <a:p>
            <a:r>
              <a:rPr sz="2400" dirty="0" err="1"/>
              <a:t>WebSockets</a:t>
            </a:r>
            <a:r>
              <a:rPr sz="2400" dirty="0"/>
              <a:t> → Live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29" y="1716946"/>
            <a:ext cx="7773339" cy="4295234"/>
          </a:xfrm>
        </p:spPr>
        <p:txBody>
          <a:bodyPr>
            <a:normAutofit/>
          </a:bodyPr>
          <a:lstStyle/>
          <a:p>
            <a:endParaRPr sz="2400" dirty="0"/>
          </a:p>
          <a:p>
            <a:pPr marL="0" indent="0">
              <a:buNone/>
            </a:pPr>
            <a:r>
              <a:rPr lang="en-US" sz="2400" dirty="0"/>
              <a:t>Backend: </a:t>
            </a:r>
          </a:p>
          <a:p>
            <a:pPr lvl="1"/>
            <a:r>
              <a:rPr lang="en-US" sz="2400" cap="none" dirty="0"/>
              <a:t>PYTHON</a:t>
            </a:r>
          </a:p>
          <a:p>
            <a:pPr lvl="1"/>
            <a:r>
              <a:rPr lang="en-US" sz="2400" cap="none" dirty="0"/>
              <a:t>FASTAPI</a:t>
            </a:r>
          </a:p>
          <a:p>
            <a:pPr lvl="1"/>
            <a:r>
              <a:rPr lang="en-US" sz="2400" cap="none" dirty="0"/>
              <a:t>OPENCV</a:t>
            </a:r>
          </a:p>
          <a:p>
            <a:pPr marL="0" indent="0">
              <a:buNone/>
            </a:pPr>
            <a:r>
              <a:rPr lang="en-US" sz="2400" dirty="0"/>
              <a:t>Frontend: </a:t>
            </a:r>
          </a:p>
          <a:p>
            <a:pPr lvl="1"/>
            <a:r>
              <a:rPr sz="2400" dirty="0"/>
              <a:t>React.js</a:t>
            </a:r>
            <a:endParaRPr lang="en-US" sz="2400" dirty="0"/>
          </a:p>
          <a:p>
            <a:pPr lvl="1"/>
            <a:r>
              <a:rPr sz="2400" dirty="0"/>
              <a:t>Leaflet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Webcam ingestion service</a:t>
            </a:r>
          </a:p>
          <a:p>
            <a:r>
              <a:rPr sz="2400" dirty="0"/>
              <a:t>CV analysis pipeline</a:t>
            </a:r>
          </a:p>
          <a:p>
            <a:r>
              <a:rPr sz="2400" dirty="0"/>
              <a:t>API + </a:t>
            </a:r>
            <a:r>
              <a:rPr sz="2400" dirty="0" err="1"/>
              <a:t>WebSockets</a:t>
            </a:r>
            <a:endParaRPr sz="2400" dirty="0"/>
          </a:p>
          <a:p>
            <a:r>
              <a:rPr sz="2400" dirty="0"/>
              <a:t>Live map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04168"/>
            <a:ext cx="7773338" cy="1596177"/>
          </a:xfrm>
        </p:spPr>
        <p:txBody>
          <a:bodyPr/>
          <a:lstStyle/>
          <a:p>
            <a:r>
              <a:rPr lang="en-US" b="1" dirty="0"/>
              <a:t>Learning Outcomes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1" y="1361254"/>
            <a:ext cx="7773339" cy="466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cap="none" dirty="0"/>
              <a:t>During this internship, I gained hands-on experience in:</a:t>
            </a:r>
          </a:p>
          <a:p>
            <a:r>
              <a:rPr lang="en-US" sz="2400" cap="none" dirty="0"/>
              <a:t>Building asynchronous backend services</a:t>
            </a:r>
          </a:p>
          <a:p>
            <a:r>
              <a:rPr lang="en-US" sz="2400" cap="none" dirty="0"/>
              <a:t>Applying computer vision for environment analysis</a:t>
            </a:r>
          </a:p>
          <a:p>
            <a:r>
              <a:rPr lang="en-US" sz="2400" cap="none" dirty="0"/>
              <a:t>Real-time communication using </a:t>
            </a:r>
            <a:r>
              <a:rPr lang="en-US" sz="2400" cap="none" dirty="0" err="1"/>
              <a:t>websockets</a:t>
            </a:r>
            <a:endParaRPr lang="en-US" sz="2400" cap="none" dirty="0"/>
          </a:p>
          <a:p>
            <a:r>
              <a:rPr lang="en-US" sz="2400" cap="none" dirty="0"/>
              <a:t>Working with geospatial technologies (leaflet)</a:t>
            </a:r>
          </a:p>
          <a:p>
            <a:r>
              <a:rPr lang="en-US" sz="2400" cap="none" dirty="0"/>
              <a:t>Full-stack integration &amp; deployment workflows</a:t>
            </a:r>
          </a:p>
          <a:p>
            <a:r>
              <a:rPr lang="en-US" sz="2400" cap="none" dirty="0"/>
              <a:t>Collaboration and version control (git, </a:t>
            </a:r>
            <a:r>
              <a:rPr lang="en-US" sz="2400" cap="none" dirty="0" err="1"/>
              <a:t>github</a:t>
            </a:r>
            <a:r>
              <a:rPr lang="en-US" sz="2400" cap="none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D029-9F2F-019F-B180-C974B523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85C9-65C3-5F27-22AE-BDAC1448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Final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AA107-9825-CA35-4998-F1AAF2014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cap="none" dirty="0"/>
          </a:p>
          <a:p>
            <a:r>
              <a:rPr lang="en-US" sz="2400" cap="none" dirty="0"/>
              <a:t>End-to-end micro-climate system</a:t>
            </a:r>
          </a:p>
          <a:p>
            <a:r>
              <a:rPr lang="en-US" sz="2400" cap="none" dirty="0"/>
              <a:t>Interactive web cam images</a:t>
            </a:r>
          </a:p>
          <a:p>
            <a:r>
              <a:rPr lang="en-US" sz="2400" cap="none" dirty="0"/>
              <a:t>API +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168449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cap="none" dirty="0"/>
              <a:t>The “REAL-TIME URBAN MICRO-CLIMATE MAP” project successfully demonstrates how public webcams, combined with efficient computer vision pipelines, can reveal detailed micro-climate patterns across a city. The project contributes toward smarter, safer, and more comfortable urban navigation.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A5B67-2FC5-EA81-A3D9-E016CABAC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4795" y="262891"/>
            <a:ext cx="8444865" cy="6333650"/>
          </a:xfrm>
        </p:spPr>
      </p:pic>
    </p:spTree>
    <p:extLst>
      <p:ext uri="{BB962C8B-B14F-4D97-AF65-F5344CB8AC3E}">
        <p14:creationId xmlns:p14="http://schemas.microsoft.com/office/powerpoint/2010/main" val="244775410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500</TotalTime>
  <Words>302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Droplet</vt:lpstr>
      <vt:lpstr>Real-time Urban Micro-Climate Map using Public Webcams</vt:lpstr>
      <vt:lpstr>Introduction</vt:lpstr>
      <vt:lpstr>Problem Statement</vt:lpstr>
      <vt:lpstr>Use Cases</vt:lpstr>
      <vt:lpstr>System Architecture</vt:lpstr>
      <vt:lpstr>Technology Stack</vt:lpstr>
      <vt:lpstr>Key Modules</vt:lpstr>
      <vt:lpstr>Learning Outcomes</vt:lpstr>
      <vt:lpstr>Final Deliverables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Thamaraiselvi K</dc:creator>
  <cp:keywords/>
  <dc:description>generated using python-pptx</dc:description>
  <cp:lastModifiedBy>Thamaraiselvi K</cp:lastModifiedBy>
  <cp:revision>4</cp:revision>
  <dcterms:created xsi:type="dcterms:W3CDTF">2013-01-27T09:14:16Z</dcterms:created>
  <dcterms:modified xsi:type="dcterms:W3CDTF">2025-12-01T10:27:14Z</dcterms:modified>
  <cp:category/>
</cp:coreProperties>
</file>